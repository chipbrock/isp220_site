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5" d="100"/>
          <a:sy n="95" d="100"/>
        </p:scale>
        <p:origin x="-120" y="-1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19134-7C3B-3244-B29F-243959DD7F9A}" type="datetimeFigureOut">
              <a:rPr lang="en-US" smtClean="0"/>
              <a:t>1/29/13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67CD-6CA9-2A40-8478-1556AA418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697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19134-7C3B-3244-B29F-243959DD7F9A}" type="datetimeFigureOut">
              <a:rPr lang="en-US" smtClean="0"/>
              <a:t>1/29/13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67CD-6CA9-2A40-8478-1556AA418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301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19134-7C3B-3244-B29F-243959DD7F9A}" type="datetimeFigureOut">
              <a:rPr lang="en-US" smtClean="0"/>
              <a:t>1/29/13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67CD-6CA9-2A40-8478-1556AA418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371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19134-7C3B-3244-B29F-243959DD7F9A}" type="datetimeFigureOut">
              <a:rPr lang="en-US" smtClean="0"/>
              <a:t>1/29/13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67CD-6CA9-2A40-8478-1556AA418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256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19134-7C3B-3244-B29F-243959DD7F9A}" type="datetimeFigureOut">
              <a:rPr lang="en-US" smtClean="0"/>
              <a:t>1/29/13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67CD-6CA9-2A40-8478-1556AA418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727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19134-7C3B-3244-B29F-243959DD7F9A}" type="datetimeFigureOut">
              <a:rPr lang="en-US" smtClean="0"/>
              <a:t>1/29/13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67CD-6CA9-2A40-8478-1556AA418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961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19134-7C3B-3244-B29F-243959DD7F9A}" type="datetimeFigureOut">
              <a:rPr lang="en-US" smtClean="0"/>
              <a:t>1/29/13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67CD-6CA9-2A40-8478-1556AA418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72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19134-7C3B-3244-B29F-243959DD7F9A}" type="datetimeFigureOut">
              <a:rPr lang="en-US" smtClean="0"/>
              <a:t>1/29/13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67CD-6CA9-2A40-8478-1556AA418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263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19134-7C3B-3244-B29F-243959DD7F9A}" type="datetimeFigureOut">
              <a:rPr lang="en-US" smtClean="0"/>
              <a:t>1/29/13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67CD-6CA9-2A40-8478-1556AA418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257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19134-7C3B-3244-B29F-243959DD7F9A}" type="datetimeFigureOut">
              <a:rPr lang="en-US" smtClean="0"/>
              <a:t>1/29/13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67CD-6CA9-2A40-8478-1556AA418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412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19134-7C3B-3244-B29F-243959DD7F9A}" type="datetimeFigureOut">
              <a:rPr lang="en-US" smtClean="0"/>
              <a:t>1/29/13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67CD-6CA9-2A40-8478-1556AA418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888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819134-7C3B-3244-B29F-243959DD7F9A}" type="datetimeFigureOut">
              <a:rPr lang="en-US" smtClean="0"/>
              <a:t>1/29/13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D67CD-6CA9-2A40-8478-1556AA418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481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Bauer2e_Final_UPwMP-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55" y="51832"/>
            <a:ext cx="1192203" cy="1528465"/>
          </a:xfrm>
          <a:prstGeom prst="rect">
            <a:avLst/>
          </a:prstGeom>
        </p:spPr>
      </p:pic>
      <p:pic>
        <p:nvPicPr>
          <p:cNvPr id="4" name="Picture 3" descr="Screen Shot 2013-01-29 at 14.47.56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7611" y="569175"/>
            <a:ext cx="5029200" cy="461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37723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0</Words>
  <Application>Microsoft Macintosh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Manager/>
  <Company>MSU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Wolfgang Bauer</dc:creator>
  <cp:keywords/>
  <dc:description/>
  <cp:lastModifiedBy>Wolfgang Bauer</cp:lastModifiedBy>
  <cp:revision>15</cp:revision>
  <dcterms:created xsi:type="dcterms:W3CDTF">2012-10-29T12:25:58Z</dcterms:created>
  <dcterms:modified xsi:type="dcterms:W3CDTF">2013-01-29T19:48:41Z</dcterms:modified>
  <cp:category/>
</cp:coreProperties>
</file>